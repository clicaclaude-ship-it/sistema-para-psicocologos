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2011680"/>
            <a:ext cx="2743200" cy="173736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2011680"/>
            <a:ext cx="2743200" cy="502920"/>
          </a:xfrm>
          <a:prstGeom prst="rect">
            <a:avLst/>
          </a:prstGeom>
          <a:solidFill>
            <a:srgbClr val="4A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2926080"/>
            <a:ext cx="640080" cy="4114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21240" y="2926080"/>
            <a:ext cx="1463040" cy="411480"/>
          </a:xfrm>
          <a:prstGeom prst="rect">
            <a:avLst/>
          </a:prstGeom>
          <a:solidFill>
            <a:srgbClr val="9A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21031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9E6B"/>
                </a:solidFill>
              </a:rPr>
              <a:t>PsicoDoc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</a:rPr>
              <a:t>Guia de Implantação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Sistema de Pagamento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8E8"/>
                </a:solidFill>
              </a:rPr>
              <a:t>Como configurar cobranças recorrentes no cartão
e aceitar PIX no seu app — passo a passo para leigos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54880"/>
            <a:ext cx="1828800" cy="41148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Stripe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4754880"/>
            <a:ext cx="1828800" cy="41148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Supabase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79" y="4754880"/>
            <a:ext cx="1828800" cy="41148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Vercel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Nenhum conhecimento técnico necessário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que vamos configurar?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Visão geral de todo o processo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577840" cy="228600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1. Criar conta no 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75688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8"/>
                </a:solidFill>
              </a:rPr>
              <a:t>O Stripe é a empresa que processa
os pagamentos com cartão</a:t>
            </a:r>
          </a:p>
          <a:p>
            <a:pPr algn="l"/>
            <a:r>
              <a:rPr sz="1500" b="0">
                <a:solidFill>
                  <a:srgbClr val="1E2A38"/>
                </a:solidFill>
              </a:rPr>
              <a:t>Gratuito para começar — você só
paga quando receber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577840" cy="228600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2. Criar o produto e preço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75688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8"/>
                </a:solidFill>
              </a:rPr>
              <a:t>Cadastrar o plano R$ 97/mês
como produto recorrente no Stripe</a:t>
            </a:r>
          </a:p>
          <a:p>
            <a:pPr algn="l"/>
            <a:r>
              <a:rPr sz="1500" b="0">
                <a:solidFill>
                  <a:srgbClr val="1E2A38"/>
                </a:solidFill>
              </a:rPr>
              <a:t>Gerar o Price ID que o sistema usa
para cobrar automaticamente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5577840" cy="2286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480559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6907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3. Configurar o Supabase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44568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8"/>
                </a:solidFill>
              </a:rPr>
              <a:t>Rodar a migração SQL que adiciona
as colunas de assinatura</a:t>
            </a:r>
          </a:p>
          <a:p>
            <a:pPr algn="l"/>
            <a:r>
              <a:rPr sz="1500" b="0">
                <a:solidFill>
                  <a:srgbClr val="1E2A38"/>
                </a:solidFill>
              </a:rPr>
              <a:t>Configurar URL do site e
confirmação de e-mail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977639"/>
            <a:ext cx="5577840" cy="22860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480559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06907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4. Variáveis no Vercel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544568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8"/>
                </a:solidFill>
              </a:rPr>
              <a:t>Adicionar as chaves secretas
do Stripe e Supabase no Vercel</a:t>
            </a:r>
          </a:p>
          <a:p>
            <a:pPr algn="l"/>
            <a:r>
              <a:rPr sz="1500" b="0">
                <a:solidFill>
                  <a:srgbClr val="1E2A38"/>
                </a:solidFill>
              </a:rPr>
              <a:t>Fazer redeploy para ativar
as novas configurações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Tempo estimado: 30 a 40 minutos   |   Você não precisa saber programar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Passo 1 — Criar conta no Stripe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stripe.com  •  Gratuito para começar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65836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34DBF"/>
                </a:solidFill>
              </a:rPr>
              <a:t>O que é o Stripe?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A38"/>
                </a:solidFill>
              </a:rPr>
              <a:t>O Stripe é o sistema que vai cobrar seus clientes com cartão de crédito.</a:t>
            </a:r>
          </a:p>
          <a:p>
            <a:pPr algn="l"/>
            <a:r>
              <a:rPr sz="1400" b="0">
                <a:solidFill>
                  <a:srgbClr val="1E2A38"/>
                </a:solidFill>
              </a:rPr>
              <a:t>Ele é usado por empresas como Amazon, Shopify e Nubank.</a:t>
            </a:r>
          </a:p>
          <a:p>
            <a:pPr algn="l"/>
            <a:r>
              <a:rPr sz="1400" b="0">
                <a:solidFill>
                  <a:srgbClr val="1E2A38"/>
                </a:solidFill>
              </a:rPr>
              <a:t>Você recebe diretamente na sua conta bancária.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406E"/>
                </a:solidFill>
              </a:rPr>
              <a:t>Como criar sua conta: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0440"/>
            <a:ext cx="347472" cy="32004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Acesse stripe.com e clique em Comece agora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50208"/>
            <a:ext cx="347472" cy="32004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5020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5020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Preencha seu e-mail, nome e senha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79976"/>
            <a:ext cx="347472" cy="32004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7997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79976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Confirme o e-mail que o Stripe vai enviar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9744"/>
            <a:ext cx="347472" cy="32004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0974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9744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Preencha os dados do seu negócio (CPF/CNPJ)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39512"/>
            <a:ext cx="347472" cy="32004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3951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3951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Adicione sua conta bancária para receber pagamentos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1463040"/>
            <a:ext cx="4572000" cy="2286000"/>
          </a:xfrm>
          <a:prstGeom prst="rect">
            <a:avLst/>
          </a:prstGeom>
          <a:solidFill>
            <a:srgbClr val="F0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4DBF"/>
                </a:solidFill>
              </a:rPr>
              <a:t>⚠️  Modo Teste vs Produção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057400"/>
            <a:ext cx="4343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8"/>
                </a:solidFill>
              </a:rPr>
              <a:t>O Stripe tem dois modos: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🧪 Teste — para experimentar sem
    cobrar ninguém de verdade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✅ Produção — cobranças reais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Comece no modo TESTE.
Ative a produção só quando
estiver tudo funcionando.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931920"/>
            <a:ext cx="4572000" cy="237744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6B3A"/>
                </a:solidFill>
              </a:rPr>
              <a:t>💰  Quanto custa o Stripe?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498848"/>
            <a:ext cx="4343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8"/>
                </a:solidFill>
              </a:rPr>
              <a:t>Sem mensalidade!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Você paga apenas quando recebe: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• Cartão nacional: 3,49% + R$ 0,39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• Cartão internacional: 5,99%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O Stripe desconta automático.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stripe.com  →  clique em Comece agora ou Start now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Passo 2 — Criar o produto e o preço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Stripe Dashboard  →  Produtos  →  Adicionar produto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5943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5B00"/>
                </a:solidFill>
              </a:rPr>
              <a:t>⚠️  Importante: faça isso no modo PRODUÇÃO (não no modo Teste) quando for cobrar de verdade.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40280"/>
            <a:ext cx="3657600" cy="3977639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No painel do Stripe: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07208"/>
            <a:ext cx="338328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8"/>
                </a:solidFill>
              </a:rPr>
              <a:t>1. Clique em Produtos no menu lateral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2. Clique em + Adicionar produto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3. Preencha o nome: PsicoDoc Mensal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4. Descrição (opcional): Acesso mensal ao sistema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240280"/>
            <a:ext cx="3657600" cy="3977639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74320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331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Configurar o preço: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07208"/>
            <a:ext cx="338328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8"/>
                </a:solidFill>
              </a:rPr>
              <a:t>5. Em Preco, selecione Recorrente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6. Valor: R$ 97,00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7. Moeda: BRL (Real Brasileiro)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8. Período: Mensal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240280"/>
            <a:ext cx="3657600" cy="3977639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74320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331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Salvar e copiar o ID: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807208"/>
            <a:ext cx="338328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8"/>
                </a:solidFill>
              </a:rPr>
              <a:t>9. Clique em Salvar produto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10. Na página do produto, clique no preço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11. Copie o ID do preco (começa com price_...)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12. Guarde esse código — precisaremos dele!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2362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6B3A"/>
                </a:solidFill>
              </a:rPr>
              <a:t>✅  O Price ID tem este formato:  price_1RaBcDeFgHiJkLmNoPqRsTuV   — guarde ele num bloco de notas!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Passo 3 — Copiar as chaves secretas do Stripe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Stripe Dashboard  →  Desenvolvedores  →  Chaves de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54864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1C1C"/>
                </a:solidFill>
              </a:rPr>
              <a:t>🔒  As chaves secretas são como senhas do seu sistema de pagamento. NUNCA compartilhe com ninguém.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5394960" cy="384048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5394960" cy="640080"/>
          </a:xfrm>
          <a:prstGeom prst="rect">
            <a:avLst/>
          </a:prstGeom>
          <a:solidFill>
            <a:srgbClr val="452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7627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Chave Publicável
(Publishable Key)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80360"/>
            <a:ext cx="51206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FFD8"/>
                </a:solidFill>
              </a:rPr>
              <a:t>pk_live_...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56432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Começa com pk_live_ (produção)
ou pk_test_ (teste)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Não é tão secreta, mas guarde assim mesmo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No nosso app NÃO usamos diretamente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48840"/>
            <a:ext cx="5394960" cy="384048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148840"/>
            <a:ext cx="5394960" cy="640080"/>
          </a:xfrm>
          <a:prstGeom prst="rect">
            <a:avLst/>
          </a:prstGeom>
          <a:solidFill>
            <a:srgbClr val="00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17627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Chave Secreta
(Secret Key)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880360"/>
            <a:ext cx="51206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926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FFD8"/>
                </a:solidFill>
              </a:rPr>
              <a:t>sk_live_...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456432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⭐ Esta é a mais importante!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Começa com sk_live_ (produção)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Coloque no Vercel como STRIPE_SECRET_KEY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NUNCA cole em código ou mande por WhatsApp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03504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6E"/>
                </a:solidFill>
              </a:rPr>
              <a:t>Como encontrar:  Stripe → menu lateral → Desenvolvedores -&gt; Chaves de API → clique no ícone de olho → copie a chave secreta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Passo 4 — Configurar o Webhook do Stripe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Stripe Dashboard  →  Desenvolvedores  →  Webhooks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029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34DBF"/>
                </a:solidFill>
              </a:rPr>
              <a:t>O que é um webhook?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A38"/>
                </a:solidFill>
              </a:rPr>
              <a:t>É uma campainha que o Stripe toca</a:t>
            </a:r>
          </a:p>
          <a:p>
            <a:pPr algn="l"/>
            <a:r>
              <a:rPr sz="1400" b="0">
                <a:solidFill>
                  <a:srgbClr val="1E2A38"/>
                </a:solidFill>
              </a:rPr>
              <a:t>no seu sistema quando algo acontece:</a:t>
            </a:r>
          </a:p>
          <a:p>
            <a:pPr algn="l"/>
            <a:r>
              <a:rPr sz="1400" b="0">
                <a:solidFill>
                  <a:srgbClr val="1E2A3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E2A38"/>
                </a:solidFill>
              </a:rPr>
              <a:t>🔔  Cliente assinou → sistema ativa</a:t>
            </a:r>
          </a:p>
          <a:p>
            <a:pPr algn="l"/>
            <a:r>
              <a:rPr sz="1400" b="0">
                <a:solidFill>
                  <a:srgbClr val="1E2A38"/>
                </a:solidFill>
              </a:rPr>
              <a:t>🔔  Pagamento recebido → atualiza status</a:t>
            </a:r>
          </a:p>
          <a:p>
            <a:pPr algn="l"/>
            <a:r>
              <a:rPr sz="1400" b="0">
                <a:solidFill>
                  <a:srgbClr val="1E2A38"/>
                </a:solidFill>
              </a:rPr>
              <a:t>🔔  Pagamento falhou → bloqueia acesso</a:t>
            </a:r>
          </a:p>
          <a:p>
            <a:pPr algn="l"/>
            <a:r>
              <a:rPr sz="1400" b="0">
                <a:solidFill>
                  <a:srgbClr val="1E2A38"/>
                </a:solidFill>
              </a:rPr>
              <a:t>🔔  Assinatura cancelada → suspende</a:t>
            </a:r>
          </a:p>
          <a:p>
            <a:pPr algn="l"/>
            <a:r>
              <a:rPr sz="1400" b="0">
                <a:solidFill>
                  <a:srgbClr val="1E2A3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E2A38"/>
                </a:solidFill>
              </a:rPr>
              <a:t>Sem o webhook, seu sistema não saberia</a:t>
            </a:r>
          </a:p>
          <a:p>
            <a:pPr algn="l"/>
            <a:r>
              <a:rPr sz="1400" b="0">
                <a:solidFill>
                  <a:srgbClr val="1E2A38"/>
                </a:solidFill>
              </a:rPr>
              <a:t>se o cliente pagou ou cancelou!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463040"/>
            <a:ext cx="6217920" cy="5120640"/>
          </a:xfrm>
          <a:prstGeom prst="rect">
            <a:avLst/>
          </a:prstGeom>
          <a:solidFill>
            <a:srgbClr val="F0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544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34DBF"/>
                </a:solidFill>
              </a:rPr>
              <a:t>Como configurar: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2029968"/>
            <a:ext cx="292608" cy="256032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029968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029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No Stripe, vá em Desenvolvedores → Webhooks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350008"/>
            <a:ext cx="292608" cy="256032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2350008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3500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Clique em + Adicionar endpoint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2670048"/>
            <a:ext cx="292608" cy="256032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2670048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6700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URL do endpoint — cole exatamente: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990088"/>
            <a:ext cx="576072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9900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DFFD8"/>
                </a:solidFill>
              </a:rPr>
              <a:t>https://psicogest-one.vercel.app/api/stripe/webhook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3310128"/>
            <a:ext cx="292608" cy="256032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3310128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31012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Em Eventos, clique em + Selecionar eventos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3630168"/>
            <a:ext cx="292608" cy="256032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3630168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6301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Selecione estes 5 eventos: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950208"/>
            <a:ext cx="576072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95020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DFFD8"/>
                </a:solidFill>
              </a:rPr>
              <a:t>• customer.subscription.created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4270248"/>
            <a:ext cx="576072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427024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DFFD8"/>
                </a:solidFill>
              </a:rPr>
              <a:t>• customer.subscription.updated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4590288"/>
            <a:ext cx="576072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45902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DFFD8"/>
                </a:solidFill>
              </a:rPr>
              <a:t>• customer.subscription.deleted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910327"/>
            <a:ext cx="576072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91032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DFFD8"/>
                </a:solidFill>
              </a:rPr>
              <a:t>• invoice.payment_succeeded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5230367"/>
            <a:ext cx="576072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23036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DFFD8"/>
                </a:solidFill>
              </a:rPr>
              <a:t>• invoice.payment_failed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5550407"/>
            <a:ext cx="292608" cy="256032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5550407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550407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Clique em Adicionar endpoint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5870447"/>
            <a:ext cx="292608" cy="256032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5870447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870447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Copie o Signing secret (whsec_...)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Guarde o Signing Secret (whsec_...) — vai para o Vercel como STRIPE_WEBHOOK_SECRET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Passo 5 — Atualizar o banco de dados (Supabase)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Supabase Dashboard  →  SQL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A38"/>
                </a:solidFill>
              </a:rPr>
              <a:t>Vamos adicionar as colunas de assinatura ao banco de dados rodando um script SQL.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475488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6B3A"/>
                </a:solidFill>
              </a:rPr>
              <a:t>Como fazer: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42032"/>
            <a:ext cx="320040" cy="292608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4203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Acesse supabase.com e faça 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72384"/>
            <a:ext cx="320040" cy="292608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7238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72384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Abra seu projeto PsicoDoc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02735"/>
            <a:ext cx="320040" cy="292608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02735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02735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No menu lateral, clique em
SQL Editor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33087"/>
            <a:ext cx="320040" cy="292608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33087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33087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Clique em New query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63440"/>
            <a:ext cx="320040" cy="292608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6344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Copie e cole TODO o código
do slide seguinte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193792"/>
            <a:ext cx="320040" cy="292608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19379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9379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Clique no botão verde 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24144"/>
            <a:ext cx="320040" cy="292608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2414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24144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Deve aparecer Success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2011680"/>
            <a:ext cx="6400800" cy="44805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21031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6B3A"/>
                </a:solidFill>
              </a:rPr>
              <a:t>O que esse script faz?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2542032"/>
            <a:ext cx="6126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38"/>
                </a:solidFill>
              </a:rPr>
              <a:t>Adiciona novas colunas à tabela de psicólogos: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📋  plan — se está em trial, ativo ou suspenso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📋  trial_ends_at — data de fim do período grátis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📋  subscription_status — status da assinatura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📋  stripe_customer_id — ID do cliente no Stripe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📋  stripe_subscription_id — ID da assinatura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📋  last_payment_at — data do último pagamento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📋  next_payment_at — data do próximo pagamento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📋  is_admin — indica se é o administrador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Todos os usuários existentes recebem</a:t>
            </a:r>
          </a:p>
          <a:p>
            <a:pPr algn="l"/>
            <a:r>
              <a:rPr sz="1300" b="0">
                <a:solidFill>
                  <a:srgbClr val="1E2A38"/>
                </a:solidFill>
              </a:rPr>
              <a:t>automaticamente 14 dias de trial gratuito.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9E6B"/>
                </a:solidFill>
              </a:rPr>
              <a:t>Código SQL — copie e cole no Supabase SQL Editor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58368"/>
            <a:ext cx="11612880" cy="594360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385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DFFD8"/>
                </a:solidFill>
              </a:rPr>
              <a:t>ALTER TABLE psychologists ADD COLUMN IF NOT EXISTS plan TEXT DEFAULT 'trial'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  CHECK (plan IN ('trial', 'active', 'suspended', 'cancelled'));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ALTER TABLE psychologists ADD COLUMN IF NOT EXISTS trial_ends_at TIMESTAMPTZ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  DEFAULT (NOW() + INTERVAL '14 days');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UPDATE psychologists SET trial_ends_at = created_at + INTERVAL '14 days'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WHERE trial_ends_at IS NULL;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ALTER TABLE psychologists ADD COLUMN IF NOT EXISTS stripe_customer_id TEXT;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ALTER TABLE psychologists ADD COLUMN IF NOT EXISTS stripe_subscription_id TEXT;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ALTER TABLE psychologists ADD COLUMN IF NOT EXISTS subscription_status TEXT DEFAULT 'trialing';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ALTER TABLE psychologists ADD COLUMN IF NOT EXISTS last_payment_at TIMESTAMPTZ;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ALTER TABLE psychologists ADD COLUMN IF NOT EXISTS next_payment_at TIMESTAMPTZ;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ALTER TABLE psychologists ADD COLUMN IF NOT EXISTS is_admin BOOLEAN DEFAULT FALSE;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-- Marque SEU e-mail como administrador (substitua pelo seu e-mail real):</a:t>
            </a:r>
          </a:p>
          <a:p>
            <a:pPr algn="l"/>
            <a:r>
              <a:rPr sz="1200" b="0">
                <a:solidFill>
                  <a:srgbClr val="7DFFD8"/>
                </a:solidFill>
              </a:rPr>
              <a:t>UPDATE psychologists SET is_admin = true WHERE email = 'SEU-EMAIL@gmail.com';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838"/>
                </a:solidFill>
              </a:rPr>
              <a:t>⚠️  Troque SEU-EMAIL@gmail.com pelo seu e-mail real antes de executar!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Passo 6 — Corrigir URL e confirmar e-mail no Supabase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Supabase Dashboard  →  Authentication  →  URL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6B3A"/>
                </a:solidFill>
              </a:rPr>
              <a:t>🌐  Configurar URL do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Problema: os e-mails enviados pelo Supabase apontam para localhost.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6E"/>
                </a:solidFill>
              </a:rPr>
              <a:t>Como corrigir: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17520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Vá em Authentication → URL 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83863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83863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83863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Em Site URL, apague o valor atual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50208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5020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95020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Cole: https://psicogest-one.vercel.app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16552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1655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1655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Em Redirect URLs, clique em + Add URL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82896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8289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88289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Cole: https://psicogest-one.vercel.app/**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349240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3492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3492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Clique em Save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463040"/>
            <a:ext cx="5852160" cy="50292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554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5B00"/>
                </a:solidFill>
              </a:rPr>
              <a:t>📧  Ativar confirmação de e-mail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02996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Sem isso, qualquer pessoa que se cadastrar entra direto no sistema sem confirmar o e-mail.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697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5B00"/>
                </a:solidFill>
              </a:rPr>
              <a:t>Como ativar: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154680"/>
            <a:ext cx="292608" cy="2743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154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31546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Vá em Authentication → Providers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621024"/>
            <a:ext cx="292608" cy="2743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62102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36210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Clique em Email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087368"/>
            <a:ext cx="292608" cy="2743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08736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40873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Encontre o toggle Confirm email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4553712"/>
            <a:ext cx="292608" cy="2743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55371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45537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Ligue o toggle (fica azul/verde)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5020056"/>
            <a:ext cx="292608" cy="2743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502005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502005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Clique em Save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Esses dois ajustes resolvem: link de e-mail apontando para localhost + acesso sem confirmar e-mail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Passo 7 — Adicionar variáveis de ambiente no Vercel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vercel.com  →  psicogest-one  →  Settings  →  Environment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A38"/>
                </a:solidFill>
              </a:rPr>
              <a:t>As variáveis de ambiente sao os segredos do seu sistema. O Vercel as guarda de forma segura.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57400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73152" cy="8229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43891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FFD8"/>
                </a:solidFill>
              </a:rPr>
              <a:t>SUPABASE_SERVICE_ROLE_KEY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6E"/>
                </a:solidFill>
              </a:rPr>
              <a:t>Chave secreta do Supabase para acesso administrativo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487168"/>
            <a:ext cx="6583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Onde pegar: Supabase → Settings → API → service_role (a chave longa)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44368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44368"/>
            <a:ext cx="73152" cy="8229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90087"/>
            <a:ext cx="43891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08375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FFD8"/>
                </a:solidFill>
              </a:rPr>
              <a:t>STRIPE_SECRET_KEY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990087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6E"/>
                </a:solidFill>
              </a:rPr>
              <a:t>Chave secreta do Stripe para processar pagamentos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374135"/>
            <a:ext cx="6583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Onde pegar: Stripe → Desenvolvedores → Chaves de API → Secret key (sk_live_...)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31335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31335"/>
            <a:ext cx="73152" cy="8229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77055"/>
            <a:ext cx="43891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9534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FFD8"/>
                </a:solidFill>
              </a:rPr>
              <a:t>STRIPE_PRICE_ID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77055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6E"/>
                </a:solidFill>
              </a:rPr>
              <a:t>ID do preço criado no Stripe (o plano R$97/mês)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261103"/>
            <a:ext cx="6583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Onde pegar: Stripe → Produtos → clique no produto → copie o Price ID (price_...)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18304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18304"/>
            <a:ext cx="73152" cy="8229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764024"/>
            <a:ext cx="43891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823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FFD8"/>
                </a:solidFill>
              </a:rPr>
              <a:t>STRIPE_WEBHOOK_SECRET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76402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6E"/>
                </a:solidFill>
              </a:rPr>
              <a:t>Chave de verificação do webhook do Stripe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148072"/>
            <a:ext cx="6583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Onde pegar: Stripe → Desenvolvedores → Webhooks → clique no webhook → Signing secret (whsec_...)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05272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605272"/>
            <a:ext cx="73152" cy="8229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650992"/>
            <a:ext cx="43891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669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FFD8"/>
                </a:solidFill>
              </a:rPr>
              <a:t>NEXT_PUBLIC_SITE_URL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65099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6E"/>
                </a:solidFill>
              </a:rPr>
              <a:t>URL pública do seu sistema no Vercel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6035040"/>
            <a:ext cx="6583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Onde pegar: https://psicogest-one.vercel.app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Após adicionar todas as variáveis → clique em Deployments → clique nos 3 pontos do último deploy → Redeploy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Passo 8 — Fazer Redeploy no Vercel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Necessário para as novas variáveis entrarem em funcionamento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A38"/>
                </a:solidFill>
              </a:rPr>
              <a:t>Depois de salvar as variáveis no Vercel, o sistema precisa ser reiniciado para usá-las.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57400"/>
            <a:ext cx="3566160" cy="182880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35661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502920" cy="594360"/>
          </a:xfrm>
          <a:prstGeom prst="rect">
            <a:avLst/>
          </a:prstGeom>
          <a:solidFill>
            <a:srgbClr val="31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671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Abra o Vercel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15768"/>
            <a:ext cx="3383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vercel.com → faça login → abra o projeto psicogest-one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057400"/>
            <a:ext cx="3566160" cy="182880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651760"/>
            <a:ext cx="35661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057400"/>
            <a:ext cx="502920" cy="594360"/>
          </a:xfrm>
          <a:prstGeom prst="rect">
            <a:avLst/>
          </a:prstGeom>
          <a:solidFill>
            <a:srgbClr val="31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0574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1671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Vá em Deployments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15768"/>
            <a:ext cx="3383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Clique na aba Deployments no menu superior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057400"/>
            <a:ext cx="3566160" cy="182880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651760"/>
            <a:ext cx="35661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057400"/>
            <a:ext cx="502920" cy="594360"/>
          </a:xfrm>
          <a:prstGeom prst="rect">
            <a:avLst/>
          </a:prstGeom>
          <a:solidFill>
            <a:srgbClr val="452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0574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671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Abra o último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15768"/>
            <a:ext cx="3383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Clique nos 3 pontinhos (⋯) ao lado do deploy mais recente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60520"/>
            <a:ext cx="3566160" cy="182880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54880"/>
            <a:ext cx="35661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160520"/>
            <a:ext cx="502920" cy="594360"/>
          </a:xfrm>
          <a:prstGeom prst="rect">
            <a:avLst/>
          </a:prstGeom>
          <a:solidFill>
            <a:srgbClr val="452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1605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702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Clique em Redeploy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18888"/>
            <a:ext cx="3383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Selecione Redeploy no menu que aparece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160520"/>
            <a:ext cx="3566160" cy="18288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754880"/>
            <a:ext cx="35661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160520"/>
            <a:ext cx="502920" cy="594360"/>
          </a:xfrm>
          <a:prstGeom prst="rect">
            <a:avLst/>
          </a:prstGeom>
          <a:solidFill>
            <a:srgbClr val="108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1605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2702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Aguarde o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818888"/>
            <a:ext cx="3383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O Vercel vai reconstruir o sistema (leva 2 a 3 minutos)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160520"/>
            <a:ext cx="3566160" cy="18288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754880"/>
            <a:ext cx="35661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4160520"/>
            <a:ext cx="502920" cy="594360"/>
          </a:xfrm>
          <a:prstGeom prst="rect">
            <a:avLst/>
          </a:prstGeom>
          <a:solidFill>
            <a:srgbClr val="108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41605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2702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Pronto!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818888"/>
            <a:ext cx="3383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Quando aparecer Ready em verde, o sistema está no ar com as novas configurações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Aguarde o status mudar para Ready (ícone verde) antes de testar o sistema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Passo 9 — Testar o sistema de pagamento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Use o cartão de teste do Stripe antes de cobrar de verdade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59436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💳  Cartão de Teste do 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DFFD8"/>
                </a:solidFill>
              </a:rPr>
              <a:t>Número:   4242 4242 4242 4242</a:t>
            </a:r>
          </a:p>
          <a:p>
            <a:pPr algn="l"/>
            <a:r>
              <a:rPr sz="1400" b="0">
                <a:solidFill>
                  <a:srgbClr val="7DFFD8"/>
                </a:solidFill>
              </a:rPr>
              <a:t>Validade: qualquer data futura (ex: 12/29)</a:t>
            </a:r>
          </a:p>
          <a:p>
            <a:pPr algn="l"/>
            <a:r>
              <a:rPr sz="1400" b="0">
                <a:solidFill>
                  <a:srgbClr val="7DFFD8"/>
                </a:solidFill>
              </a:rPr>
              <a:t>CVC:      qualquer 3 dígitos (ex: 123)</a:t>
            </a:r>
          </a:p>
          <a:p>
            <a:pPr algn="l"/>
            <a:r>
              <a:rPr sz="1400" b="0">
                <a:solidFill>
                  <a:srgbClr val="7DFFD8"/>
                </a:solidFill>
              </a:rPr>
              <a:t>Nome:     qualquer nome</a:t>
            </a:r>
          </a:p>
          <a:p>
            <a:pPr algn="l"/>
            <a:r>
              <a:rPr sz="1400" b="0">
                <a:solidFill>
                  <a:srgbClr val="7DFFD8"/>
                </a:solidFill>
              </a:rPr>
              <a:t>CEP:      qualquer CEP (ex: 01310-100)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760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6B3A"/>
                </a:solidFill>
              </a:rPr>
              <a:t>Como testar: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93392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9339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19933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Abra o sistema e crie uma conta nova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414016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1401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4140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O trial expira simulando 14 dias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834640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8346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834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Clique em Assinar agora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255264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25526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32552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Na página do Stripe, use o cartão acima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675888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67588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36758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Conclua o pagamento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096512"/>
            <a:ext cx="292608" cy="2743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09651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096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8"/>
                </a:solidFill>
              </a:rPr>
              <a:t>Verifique se o sistema liberou o acesso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572000"/>
            <a:ext cx="11430000" cy="19202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64515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5B00"/>
                </a:solidFill>
              </a:rPr>
              <a:t>⚠️  Quando estiver tudo funcionando no modo TESTE, troque para PRODUÇÃO: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074920"/>
            <a:ext cx="11155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B5B00"/>
                </a:solidFill>
              </a:rPr>
              <a:t>1. No Stripe, desative o Modo Teste (toggle no canto superior direito)</a:t>
            </a:r>
          </a:p>
          <a:p>
            <a:pPr algn="l"/>
            <a:r>
              <a:rPr sz="1300" b="0">
                <a:solidFill>
                  <a:srgbClr val="7B5B00"/>
                </a:solidFill>
              </a:rPr>
              <a:t>2. Copie as novas chaves de PRODUÇÃO (sk_live_... e o novo webhook)</a:t>
            </a:r>
          </a:p>
          <a:p>
            <a:pPr algn="l"/>
            <a:r>
              <a:rPr sz="1300" b="0">
                <a:solidFill>
                  <a:srgbClr val="7B5B00"/>
                </a:solidFill>
              </a:rPr>
              <a:t>3. Atualize STRIPE_SECRET_KEY e STRIPE_WEBHOOK_SECRET no Vercel</a:t>
            </a:r>
          </a:p>
          <a:p>
            <a:pPr algn="l"/>
            <a:r>
              <a:rPr sz="1300" b="0">
                <a:solidFill>
                  <a:srgbClr val="7B5B00"/>
                </a:solidFill>
              </a:rPr>
              <a:t>4. Faça Redeploy   →   agora o sistema cobra de verdade!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Resumo — Checklist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566160" cy="502920"/>
          </a:xfrm>
          <a:prstGeom prst="rect">
            <a:avLst/>
          </a:prstGeom>
          <a:solidFill>
            <a:srgbClr val="634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Stripe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566160" cy="4846320"/>
          </a:xfrm>
          <a:prstGeom prst="rect">
            <a:avLst/>
          </a:prstGeom>
          <a:solidFill>
            <a:srgbClr val="16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383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Conta criada no stripe.com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Produto PsicoDoc Mensal criado (R$97/mês)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Price ID copiado (price_...)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Secret Key copiada (sk_live_...)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Webhook configurado com os 5 eventos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Webhook Signing Secret copiado (whsec_...)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97280"/>
            <a:ext cx="3566160" cy="50292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Supabase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3566160" cy="4846320"/>
          </a:xfrm>
          <a:prstGeom prst="rect">
            <a:avLst/>
          </a:prstGeom>
          <a:solidFill>
            <a:srgbClr val="16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691640"/>
            <a:ext cx="3383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SQL da migração 004 executado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Apareceu Success no SQL Editor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Site URL atualizado para o domínio Vercel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Redirect URL adicionada (domínio/**)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Confirmação de e-mail ativada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Seu e-mail marcado como is_admin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566160" cy="50292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097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Vercel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00200"/>
            <a:ext cx="3566160" cy="4846320"/>
          </a:xfrm>
          <a:prstGeom prst="rect">
            <a:avLst/>
          </a:prstGeom>
          <a:solidFill>
            <a:srgbClr val="16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691640"/>
            <a:ext cx="3383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SUPABASE_SERVICE_ROLE_KEY adicionada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STRIPE_SECRET_KEY adicionada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STRIPE_PRICE_ID adicionado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STRIPE_WEBHOOK_SECRET adicionado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NEXT_PUBLIC_SITE_URL adicionado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Redeploy feito e status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8"/>
                </a:solidFill>
              </a:rPr>
              <a:t>🎉  Feito tudo isso, seu sistema já aceita pagamentos automáticos no cartão!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